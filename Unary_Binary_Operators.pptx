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UnaryOperator and BinaryOperator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Functional interfaces operating on a single type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Both UnaryOperator and BinaryOperator are functional interfaces from java.util.function.</a:t>
            </a:r>
          </a:p>
          <a:p>
            <a:pPr>
              <a:defRPr sz="1400"/>
            </a:pPr>
            <a:r>
              <a:t>They operate on objects of the same type (input and output types are identical).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UnaryOperator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Represents an operation on a single operand.</a:t>
            </a:r>
          </a:p>
          <a:p>
            <a:pPr>
              <a:defRPr sz="1400"/>
            </a:pPr>
            <a:r>
              <a:t>Returns a result of the same type as its operand.</a:t>
            </a:r>
          </a:p>
          <a:p>
            <a:pPr>
              <a:defRPr sz="1400"/>
            </a:pPr>
            <a:r>
              <a:t>Extends Function&lt;T, T&gt;.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UnaryOperator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UnaryOperator&lt;Integer&gt; square = x -&gt; x * x;</a:t>
            </a:r>
          </a:p>
          <a:p>
            <a:pPr>
              <a:defRPr sz="1400"/>
            </a:pPr>
            <a:r>
              <a:t>System.out.println(square.apply(5)); // Output: 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BinaryOperator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Represents an operation upon two operands of the same type.</a:t>
            </a:r>
          </a:p>
          <a:p>
            <a:pPr>
              <a:defRPr sz="1400"/>
            </a:pPr>
            <a:r>
              <a:t>Produces a result of the same type as the operands.</a:t>
            </a:r>
          </a:p>
          <a:p>
            <a:pPr>
              <a:defRPr sz="1400"/>
            </a:pPr>
            <a:r>
              <a:t>Extends BiFunction&lt;T, T, T&gt;.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BinaryOperator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BinaryOperator&lt;Integer&gt; add = (a, b) -&gt; a + b;</a:t>
            </a:r>
          </a:p>
          <a:p>
            <a:pPr>
              <a:defRPr sz="1400"/>
            </a:pPr>
            <a:r>
              <a:t>System.out.println(add.apply(10, 20)); // Output: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UnaryOperator: Simple, reduces boilerplate, works with streams.</a:t>
            </a:r>
          </a:p>
          <a:p>
            <a:pPr>
              <a:defRPr sz="1400"/>
            </a:pPr>
            <a:r>
              <a:t>BinaryOperator: Ideal for reduce operations, readable, has maxBy() &amp; minBy().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UnaryOperator: Only works when input and output are the same type.</a:t>
            </a:r>
          </a:p>
          <a:p>
            <a:pPr>
              <a:defRPr sz="1400"/>
            </a:pPr>
            <a:r>
              <a:t>BinaryOperator: Both operands must be the same type, may cause type inference issues.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