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7" r:id="rId5"/>
    <p:sldId id="260" r:id="rId6"/>
    <p:sldId id="268" r:id="rId7"/>
    <p:sldId id="262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7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8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49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791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9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2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70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03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8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3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1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UnaryOperator</a:t>
            </a:r>
            <a:r>
              <a:rPr sz="4000" dirty="0"/>
              <a:t> and </a:t>
            </a:r>
            <a:r>
              <a:rPr sz="4000" dirty="0" err="1"/>
              <a:t>BinaryOperator</a:t>
            </a:r>
            <a:endParaRPr sz="40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Java Functional Interfaces operating on a single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681D6-247C-4B27-6327-64BE1B1A4E61}"/>
              </a:ext>
            </a:extLst>
          </p:cNvPr>
          <p:cNvSpPr txBox="1"/>
          <p:nvPr/>
        </p:nvSpPr>
        <p:spPr>
          <a:xfrm>
            <a:off x="5801032" y="5309419"/>
            <a:ext cx="316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 Nithya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1800" dirty="0" err="1"/>
              <a:t>UnaryOperator</a:t>
            </a:r>
            <a:r>
              <a:rPr sz="1800" dirty="0"/>
              <a:t> and </a:t>
            </a:r>
            <a:r>
              <a:rPr sz="1800" dirty="0" err="1"/>
              <a:t>BinaryOperator</a:t>
            </a:r>
            <a:r>
              <a:rPr sz="1800" dirty="0"/>
              <a:t> are part of </a:t>
            </a:r>
            <a:r>
              <a:rPr sz="1800" dirty="0" err="1"/>
              <a:t>java.util.function</a:t>
            </a:r>
            <a:r>
              <a:rPr sz="1800" dirty="0"/>
              <a:t> package.</a:t>
            </a:r>
          </a:p>
          <a:p>
            <a:pPr>
              <a:defRPr sz="1400"/>
            </a:pPr>
            <a:r>
              <a:rPr sz="1800" dirty="0"/>
              <a:t>They are functional interfaces introduced in Java 8.</a:t>
            </a:r>
          </a:p>
          <a:p>
            <a:pPr>
              <a:defRPr sz="1400"/>
            </a:pPr>
            <a:r>
              <a:rPr sz="1800" dirty="0"/>
              <a:t>Used primarily with lambda expressions and streams.</a:t>
            </a:r>
          </a:p>
          <a:p>
            <a:pPr>
              <a:defRPr sz="1400"/>
            </a:pPr>
            <a:r>
              <a:rPr sz="1800" dirty="0"/>
              <a:t>Both work on objects where input and output types are the same.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UnaryOperato</a:t>
            </a:r>
            <a:r>
              <a:rPr lang="en-US" dirty="0" err="1"/>
              <a:t>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1800" dirty="0"/>
              <a:t>Represents an operation on a single operand.</a:t>
            </a:r>
          </a:p>
          <a:p>
            <a:pPr>
              <a:defRPr sz="1400"/>
            </a:pPr>
            <a:r>
              <a:rPr sz="1800" dirty="0"/>
              <a:t>Returns a result of the same type as its operand.</a:t>
            </a:r>
          </a:p>
          <a:p>
            <a:pPr>
              <a:defRPr sz="1400"/>
            </a:pPr>
            <a:r>
              <a:rPr sz="1800" dirty="0"/>
              <a:t>Extends Function&lt;T, T&gt;.</a:t>
            </a:r>
          </a:p>
          <a:p>
            <a:pPr>
              <a:defRPr sz="1400"/>
            </a:pPr>
            <a:r>
              <a:rPr sz="1800" dirty="0"/>
              <a:t>Syntax: </a:t>
            </a:r>
            <a:r>
              <a:rPr sz="1800" dirty="0" err="1"/>
              <a:t>UnaryOperator</a:t>
            </a:r>
            <a:r>
              <a:rPr sz="1800" dirty="0"/>
              <a:t>&lt;T&gt; </a:t>
            </a:r>
            <a:r>
              <a:rPr sz="1800" dirty="0" err="1"/>
              <a:t>operatorName</a:t>
            </a:r>
            <a:r>
              <a:rPr sz="1800" dirty="0"/>
              <a:t> = value -&gt; expression;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21607" y="608218"/>
            <a:ext cx="6572250" cy="1049337"/>
          </a:xfrm>
        </p:spPr>
        <p:txBody>
          <a:bodyPr/>
          <a:lstStyle/>
          <a:p>
            <a:r>
              <a:rPr dirty="0" err="1"/>
              <a:t>UnaryOperator</a:t>
            </a:r>
            <a:r>
              <a:rPr dirty="0"/>
              <a:t>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88757" y="1138622"/>
            <a:ext cx="6572250" cy="4967210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pPr>
              <a:defRPr sz="1200"/>
            </a:pPr>
            <a:r>
              <a:rPr sz="5600" dirty="0"/>
              <a:t>import </a:t>
            </a:r>
            <a:r>
              <a:rPr sz="5600" dirty="0" err="1"/>
              <a:t>java.util.function.UnaryOperator</a:t>
            </a:r>
            <a:r>
              <a:rPr sz="5600" dirty="0"/>
              <a:t>;</a:t>
            </a:r>
          </a:p>
          <a:p>
            <a:pPr>
              <a:defRPr sz="1200"/>
            </a:pPr>
            <a:endParaRPr sz="5600" dirty="0"/>
          </a:p>
          <a:p>
            <a:pPr>
              <a:defRPr sz="1200"/>
            </a:pPr>
            <a:r>
              <a:rPr sz="5600" dirty="0"/>
              <a:t>public class </a:t>
            </a:r>
            <a:r>
              <a:rPr sz="5600" dirty="0" err="1"/>
              <a:t>UnaryExample</a:t>
            </a:r>
            <a:r>
              <a:rPr sz="5600" dirty="0"/>
              <a:t> {</a:t>
            </a:r>
          </a:p>
          <a:p>
            <a:pPr>
              <a:defRPr sz="1200"/>
            </a:pPr>
            <a:r>
              <a:rPr sz="5600" dirty="0"/>
              <a:t>    public static void main(String[] </a:t>
            </a:r>
            <a:r>
              <a:rPr sz="5600" dirty="0" err="1"/>
              <a:t>args</a:t>
            </a:r>
            <a:r>
              <a:rPr sz="5600" dirty="0"/>
              <a:t>) {</a:t>
            </a:r>
          </a:p>
          <a:p>
            <a:pPr>
              <a:defRPr sz="1200"/>
            </a:pPr>
            <a:r>
              <a:rPr sz="5600" dirty="0"/>
              <a:t>        // Example 1: Square a number</a:t>
            </a:r>
          </a:p>
          <a:p>
            <a:pPr>
              <a:defRPr sz="1200"/>
            </a:pPr>
            <a:r>
              <a:rPr sz="5600" dirty="0"/>
              <a:t>        </a:t>
            </a:r>
            <a:r>
              <a:rPr sz="5600" dirty="0" err="1"/>
              <a:t>UnaryOperator</a:t>
            </a:r>
            <a:r>
              <a:rPr sz="5600" dirty="0"/>
              <a:t>&lt;Integer&gt; square = x -&gt; x * x;</a:t>
            </a:r>
          </a:p>
          <a:p>
            <a:pPr>
              <a:defRPr sz="1200"/>
            </a:pPr>
            <a:r>
              <a:rPr sz="5600" dirty="0"/>
              <a:t>        </a:t>
            </a:r>
            <a:r>
              <a:rPr sz="5600" dirty="0" err="1"/>
              <a:t>System.out.println</a:t>
            </a:r>
            <a:r>
              <a:rPr sz="5600" dirty="0"/>
              <a:t>(</a:t>
            </a:r>
            <a:r>
              <a:rPr sz="5600" dirty="0" err="1"/>
              <a:t>square.apply</a:t>
            </a:r>
            <a:r>
              <a:rPr sz="5600" dirty="0"/>
              <a:t>(5)); // Output: 25</a:t>
            </a:r>
          </a:p>
          <a:p>
            <a:pPr>
              <a:defRPr sz="1200"/>
            </a:pPr>
            <a:endParaRPr sz="5600" dirty="0"/>
          </a:p>
          <a:p>
            <a:pPr>
              <a:defRPr sz="1200"/>
            </a:pPr>
            <a:r>
              <a:rPr sz="5600" dirty="0"/>
              <a:t>        // Example 2: Convert string to uppercase</a:t>
            </a:r>
          </a:p>
          <a:p>
            <a:pPr>
              <a:defRPr sz="1200"/>
            </a:pPr>
            <a:r>
              <a:rPr sz="5600" dirty="0"/>
              <a:t>        </a:t>
            </a:r>
            <a:r>
              <a:rPr sz="5600" dirty="0" err="1"/>
              <a:t>UnaryOperator</a:t>
            </a:r>
            <a:r>
              <a:rPr sz="5600" dirty="0"/>
              <a:t>&lt;String&gt; </a:t>
            </a:r>
            <a:r>
              <a:rPr sz="5600" dirty="0" err="1"/>
              <a:t>toUpper</a:t>
            </a:r>
            <a:r>
              <a:rPr sz="5600" dirty="0"/>
              <a:t> = str -&gt; </a:t>
            </a:r>
            <a:r>
              <a:rPr sz="5600" dirty="0" err="1"/>
              <a:t>str.toUpperCase</a:t>
            </a:r>
            <a:r>
              <a:rPr sz="5600" dirty="0"/>
              <a:t>();</a:t>
            </a:r>
          </a:p>
          <a:p>
            <a:pPr>
              <a:defRPr sz="1200"/>
            </a:pPr>
            <a:r>
              <a:rPr sz="5600" dirty="0"/>
              <a:t>        </a:t>
            </a:r>
            <a:r>
              <a:rPr sz="5600" dirty="0" err="1"/>
              <a:t>System.out.println</a:t>
            </a:r>
            <a:r>
              <a:rPr sz="5600" dirty="0"/>
              <a:t>(</a:t>
            </a:r>
            <a:r>
              <a:rPr sz="5600" dirty="0" err="1"/>
              <a:t>toUpper.apply</a:t>
            </a:r>
            <a:r>
              <a:rPr sz="5600" dirty="0"/>
              <a:t>("java")); // Output: JAVA</a:t>
            </a:r>
          </a:p>
          <a:p>
            <a:pPr>
              <a:defRPr sz="1200"/>
            </a:pPr>
            <a:r>
              <a:rPr sz="5600" dirty="0"/>
              <a:t>    }</a:t>
            </a:r>
          </a:p>
          <a:p>
            <a:pPr>
              <a:defRPr sz="1200"/>
            </a:pPr>
            <a:r>
              <a:rPr sz="5600" dirty="0"/>
              <a:t>}</a:t>
            </a:r>
            <a:endParaRPr lang="en-US" sz="5600" dirty="0"/>
          </a:p>
          <a:p>
            <a:pPr>
              <a:defRPr sz="1200"/>
            </a:pPr>
            <a:r>
              <a:rPr lang="en-US" sz="6000" dirty="0"/>
              <a:t>Common use cases: mathematical operations, transformations in streams.</a:t>
            </a:r>
          </a:p>
          <a:p>
            <a:pPr>
              <a:defRPr sz="1200"/>
            </a:pPr>
            <a:endParaRPr sz="5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BinaryOperator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400"/>
            </a:pPr>
            <a:r>
              <a:rPr sz="1800" dirty="0"/>
              <a:t>Represents an operation upon two operands of the same type.</a:t>
            </a:r>
          </a:p>
          <a:p>
            <a:pPr>
              <a:defRPr sz="1400"/>
            </a:pPr>
            <a:r>
              <a:rPr sz="1800" dirty="0"/>
              <a:t>Produces a result of the same type as the operands.</a:t>
            </a:r>
          </a:p>
          <a:p>
            <a:pPr>
              <a:defRPr sz="1400"/>
            </a:pPr>
            <a:r>
              <a:rPr sz="1800" dirty="0"/>
              <a:t>Extends </a:t>
            </a:r>
            <a:r>
              <a:rPr sz="1800" dirty="0" err="1"/>
              <a:t>BiFunction</a:t>
            </a:r>
            <a:r>
              <a:rPr sz="1800" dirty="0"/>
              <a:t>&lt;T, T, T&gt;.</a:t>
            </a:r>
          </a:p>
          <a:p>
            <a:pPr>
              <a:defRPr sz="1400"/>
            </a:pPr>
            <a:r>
              <a:rPr sz="1800" dirty="0"/>
              <a:t>Syntax: </a:t>
            </a:r>
            <a:r>
              <a:rPr sz="1800" dirty="0" err="1"/>
              <a:t>BinaryOperator</a:t>
            </a:r>
            <a:r>
              <a:rPr sz="1800" dirty="0"/>
              <a:t>&lt;T&gt; </a:t>
            </a:r>
            <a:r>
              <a:rPr sz="1800" dirty="0" err="1"/>
              <a:t>operatorName</a:t>
            </a:r>
            <a:r>
              <a:rPr sz="1800" dirty="0"/>
              <a:t> = (a, b) -&gt; expression;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2249" y="401740"/>
            <a:ext cx="6572250" cy="1049337"/>
          </a:xfrm>
        </p:spPr>
        <p:txBody>
          <a:bodyPr/>
          <a:lstStyle/>
          <a:p>
            <a:r>
              <a:rPr dirty="0" err="1"/>
              <a:t>BinaryOperator</a:t>
            </a:r>
            <a:r>
              <a:rPr dirty="0"/>
              <a:t>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90907" y="1288025"/>
            <a:ext cx="6572250" cy="4650659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pPr marL="0" indent="0">
              <a:buNone/>
              <a:defRPr sz="1200"/>
            </a:pPr>
            <a:r>
              <a:rPr sz="5600" dirty="0"/>
              <a:t>import </a:t>
            </a:r>
            <a:r>
              <a:rPr sz="5600" dirty="0" err="1"/>
              <a:t>java.util.function.BinaryOperator</a:t>
            </a:r>
            <a:r>
              <a:rPr sz="5600" dirty="0"/>
              <a:t>;</a:t>
            </a:r>
          </a:p>
          <a:p>
            <a:pPr marL="0" indent="0">
              <a:buNone/>
              <a:defRPr sz="1200"/>
            </a:pPr>
            <a:r>
              <a:rPr sz="5600" dirty="0"/>
              <a:t>import </a:t>
            </a:r>
            <a:r>
              <a:rPr sz="5600" dirty="0" err="1"/>
              <a:t>java.util.Comparator</a:t>
            </a:r>
            <a:r>
              <a:rPr sz="5600" dirty="0"/>
              <a:t>;</a:t>
            </a:r>
            <a:endParaRPr lang="en-US" sz="5600" dirty="0"/>
          </a:p>
          <a:p>
            <a:pPr marL="0" indent="0">
              <a:buNone/>
              <a:defRPr sz="1200"/>
            </a:pPr>
            <a:endParaRPr sz="5600" dirty="0"/>
          </a:p>
          <a:p>
            <a:pPr marL="0" indent="0">
              <a:buNone/>
              <a:defRPr sz="1200"/>
            </a:pPr>
            <a:r>
              <a:rPr sz="5600" dirty="0"/>
              <a:t>public class </a:t>
            </a:r>
            <a:r>
              <a:rPr sz="5600" dirty="0" err="1"/>
              <a:t>BinaryExample</a:t>
            </a:r>
            <a:r>
              <a:rPr sz="5600" dirty="0"/>
              <a:t> {</a:t>
            </a:r>
          </a:p>
          <a:p>
            <a:pPr marL="0" indent="0">
              <a:buNone/>
              <a:defRPr sz="1200"/>
            </a:pPr>
            <a:r>
              <a:rPr sz="5600" dirty="0"/>
              <a:t>    public static void main(String[] </a:t>
            </a:r>
            <a:r>
              <a:rPr sz="5600" dirty="0" err="1"/>
              <a:t>args</a:t>
            </a:r>
            <a:r>
              <a:rPr sz="5600" dirty="0"/>
              <a:t>) {</a:t>
            </a:r>
            <a:endParaRPr lang="en-US" sz="5600" dirty="0"/>
          </a:p>
          <a:p>
            <a:pPr>
              <a:defRPr sz="1200"/>
            </a:pPr>
            <a:endParaRPr sz="5600" dirty="0"/>
          </a:p>
          <a:p>
            <a:pPr marL="0" indent="0">
              <a:buNone/>
              <a:defRPr sz="1200"/>
            </a:pPr>
            <a:r>
              <a:rPr sz="5600" dirty="0"/>
              <a:t>        // Example 1: Add two numbers</a:t>
            </a:r>
          </a:p>
          <a:p>
            <a:pPr marL="0" indent="0">
              <a:buNone/>
              <a:defRPr sz="1200"/>
            </a:pPr>
            <a:r>
              <a:rPr sz="5600" dirty="0"/>
              <a:t>        </a:t>
            </a:r>
            <a:r>
              <a:rPr sz="5600" dirty="0" err="1"/>
              <a:t>BinaryOperator</a:t>
            </a:r>
            <a:r>
              <a:rPr sz="5600" dirty="0"/>
              <a:t>&lt;Integer&gt; add = (a, b) -&gt; a + b;</a:t>
            </a:r>
          </a:p>
          <a:p>
            <a:pPr marL="0" indent="0">
              <a:buNone/>
              <a:defRPr sz="1200"/>
            </a:pPr>
            <a:r>
              <a:rPr sz="5600" dirty="0"/>
              <a:t>        </a:t>
            </a:r>
            <a:r>
              <a:rPr sz="5600" dirty="0" err="1"/>
              <a:t>System.out.println</a:t>
            </a:r>
            <a:r>
              <a:rPr sz="5600" dirty="0"/>
              <a:t>(</a:t>
            </a:r>
            <a:r>
              <a:rPr sz="5600" dirty="0" err="1"/>
              <a:t>add.apply</a:t>
            </a:r>
            <a:r>
              <a:rPr sz="5600" dirty="0"/>
              <a:t>(10, 20)); // Output: 30</a:t>
            </a:r>
          </a:p>
          <a:p>
            <a:pPr marL="0" indent="0">
              <a:buNone/>
              <a:defRPr sz="1200"/>
            </a:pPr>
            <a:r>
              <a:rPr lang="en-US" sz="5600" dirty="0"/>
              <a:t>        </a:t>
            </a:r>
            <a:r>
              <a:rPr sz="5600" dirty="0"/>
              <a:t>}</a:t>
            </a:r>
          </a:p>
          <a:p>
            <a:pPr marL="0" indent="0">
              <a:buNone/>
              <a:defRPr sz="1200"/>
            </a:pPr>
            <a:r>
              <a:rPr sz="5600" dirty="0"/>
              <a:t>}</a:t>
            </a:r>
            <a:r>
              <a:rPr lang="en-US" sz="5600" dirty="0"/>
              <a:t>  </a:t>
            </a:r>
          </a:p>
          <a:p>
            <a:pPr marL="0" indent="0">
              <a:buNone/>
              <a:defRPr sz="1200"/>
            </a:pPr>
            <a:r>
              <a:rPr lang="en-US" sz="6000" dirty="0"/>
              <a:t>Common use cases: reduction, aggregation in streams.</a:t>
            </a:r>
          </a:p>
          <a:p>
            <a:pPr marL="0" indent="0">
              <a:buNone/>
              <a:defRPr sz="1200"/>
            </a:pPr>
            <a:endParaRPr sz="5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01213"/>
            <a:ext cx="6571343" cy="530942"/>
          </a:xfrm>
        </p:spPr>
        <p:txBody>
          <a:bodyPr/>
          <a:lstStyle/>
          <a:p>
            <a:r>
              <a:rPr dirty="0" err="1"/>
              <a:t>UnaryOperator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39426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Advantages</a:t>
            </a:r>
            <a:endParaRPr b="1" dirty="0"/>
          </a:p>
          <a:p>
            <a:pPr>
              <a:defRPr sz="1400"/>
            </a:pPr>
            <a:r>
              <a:rPr sz="1800" dirty="0"/>
              <a:t>1. Simplifies code for single-operand operations.</a:t>
            </a:r>
          </a:p>
          <a:p>
            <a:pPr>
              <a:defRPr sz="1400"/>
            </a:pPr>
            <a:r>
              <a:rPr sz="1800" dirty="0"/>
              <a:t>2. Works seamlessly with </a:t>
            </a:r>
            <a:r>
              <a:rPr sz="1800" dirty="0" err="1"/>
              <a:t>Stream.map</a:t>
            </a:r>
            <a:r>
              <a:rPr sz="1800" dirty="0"/>
              <a:t>() and similar methods.</a:t>
            </a:r>
          </a:p>
          <a:p>
            <a:pPr>
              <a:defRPr sz="1400"/>
            </a:pPr>
            <a:r>
              <a:rPr sz="1800" dirty="0"/>
              <a:t>3. Avoids boilerplate code compared to writing full methods.</a:t>
            </a:r>
          </a:p>
          <a:p>
            <a:pPr>
              <a:defRPr sz="1400"/>
            </a:pPr>
            <a:r>
              <a:rPr sz="1800" dirty="0"/>
              <a:t>4. Improves code readability with lambda expressions.</a:t>
            </a:r>
            <a:endParaRPr lang="en-US" sz="1800" dirty="0"/>
          </a:p>
          <a:p>
            <a:pPr marL="0" indent="0">
              <a:buNone/>
              <a:defRPr sz="1400"/>
            </a:pPr>
            <a:r>
              <a:rPr lang="en-IN" sz="1800" b="1" dirty="0"/>
              <a:t>Disadvantages</a:t>
            </a:r>
            <a:endParaRPr lang="en-US" sz="1800" b="1" dirty="0"/>
          </a:p>
          <a:p>
            <a:pPr>
              <a:defRPr sz="1400"/>
            </a:pPr>
            <a:r>
              <a:rPr lang="en-US" sz="1800" dirty="0"/>
              <a:t>1. Works only when input and output are of the same type.</a:t>
            </a:r>
          </a:p>
          <a:p>
            <a:pPr>
              <a:defRPr sz="1400"/>
            </a:pPr>
            <a:r>
              <a:rPr lang="en-US" sz="1800" dirty="0"/>
              <a:t>2. Limited scope compared to generic Function&lt;T, R&gt;.</a:t>
            </a:r>
          </a:p>
          <a:p>
            <a:pPr>
              <a:defRPr sz="1400"/>
            </a:pPr>
            <a:r>
              <a:rPr lang="en-US" sz="1800" dirty="0"/>
              <a:t>3. Cannot directly handle primitive types without boxing</a:t>
            </a:r>
          </a:p>
          <a:p>
            <a:pPr>
              <a:defRPr sz="1400"/>
            </a:pPr>
            <a:endParaRPr lang="en-US" sz="1800" dirty="0"/>
          </a:p>
          <a:p>
            <a:pPr>
              <a:defRPr sz="1400"/>
            </a:pP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79871"/>
            <a:ext cx="6571343" cy="673884"/>
          </a:xfrm>
        </p:spPr>
        <p:txBody>
          <a:bodyPr/>
          <a:lstStyle/>
          <a:p>
            <a:r>
              <a:rPr dirty="0" err="1"/>
              <a:t>BinaryOperator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571343" cy="419972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Advantages</a:t>
            </a:r>
            <a:endParaRPr b="1" dirty="0"/>
          </a:p>
          <a:p>
            <a:pPr>
              <a:defRPr sz="1400"/>
            </a:pPr>
            <a:r>
              <a:rPr sz="1800" dirty="0"/>
              <a:t>1. Ideal for operations where both operands and result are the same type.</a:t>
            </a:r>
          </a:p>
          <a:p>
            <a:pPr>
              <a:defRPr sz="1400"/>
            </a:pPr>
            <a:r>
              <a:rPr sz="1800" dirty="0"/>
              <a:t>2. Useful for reduce() operations in streams.</a:t>
            </a:r>
          </a:p>
          <a:p>
            <a:pPr>
              <a:defRPr sz="1400"/>
            </a:pPr>
            <a:r>
              <a:rPr sz="1800" dirty="0"/>
              <a:t>3. Has built-in helper methods like </a:t>
            </a:r>
            <a:r>
              <a:rPr sz="1800" dirty="0" err="1"/>
              <a:t>maxBy</a:t>
            </a:r>
            <a:r>
              <a:rPr sz="1800" dirty="0"/>
              <a:t>() and </a:t>
            </a:r>
            <a:r>
              <a:rPr sz="1800" dirty="0" err="1"/>
              <a:t>minBy</a:t>
            </a:r>
            <a:r>
              <a:rPr sz="1800" dirty="0"/>
              <a:t>().</a:t>
            </a:r>
          </a:p>
          <a:p>
            <a:pPr>
              <a:defRPr sz="1400"/>
            </a:pPr>
            <a:r>
              <a:rPr sz="1800" dirty="0"/>
              <a:t>4. Makes aggregation logic concise and readable.</a:t>
            </a:r>
            <a:endParaRPr lang="en-US" sz="1800" dirty="0"/>
          </a:p>
          <a:p>
            <a:pPr>
              <a:defRPr sz="1400"/>
            </a:pPr>
            <a:r>
              <a:rPr lang="en-IN" sz="1800" b="1" dirty="0"/>
              <a:t>Disadvantages</a:t>
            </a:r>
          </a:p>
          <a:p>
            <a:pPr>
              <a:defRPr sz="1400"/>
            </a:pPr>
            <a:r>
              <a:rPr lang="en-US" sz="1800" dirty="0"/>
              <a:t>1. Works only when both operands are the same type.</a:t>
            </a:r>
          </a:p>
          <a:p>
            <a:pPr>
              <a:defRPr sz="1400"/>
            </a:pPr>
            <a:r>
              <a:rPr lang="en-US" sz="1800" dirty="0"/>
              <a:t>2. Not suitable for mixed-type operations.</a:t>
            </a:r>
          </a:p>
          <a:p>
            <a:pPr>
              <a:defRPr sz="1400"/>
            </a:pPr>
            <a:r>
              <a:rPr lang="en-US" sz="1800" dirty="0"/>
              <a:t>3. May require explicit type casting in complex generic use cases.</a:t>
            </a:r>
          </a:p>
          <a:p>
            <a:pPr>
              <a:defRPr sz="1400"/>
            </a:pPr>
            <a:endParaRPr lang="en-IN" sz="1800" dirty="0"/>
          </a:p>
          <a:p>
            <a:pPr>
              <a:defRPr sz="1400"/>
            </a:pP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0DF5D-3B4A-5CBE-4618-5FAF98C8A10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38134" y="2328120"/>
            <a:ext cx="5619750" cy="2541587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5248557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866</TotalTime>
  <Words>520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UnaryOperator and BinaryOperator</vt:lpstr>
      <vt:lpstr>Introduction</vt:lpstr>
      <vt:lpstr>UnaryOperator</vt:lpstr>
      <vt:lpstr>UnaryOperator - Example</vt:lpstr>
      <vt:lpstr>BinaryOperator</vt:lpstr>
      <vt:lpstr>BinaryOperator - Example</vt:lpstr>
      <vt:lpstr>UnaryOperator</vt:lpstr>
      <vt:lpstr>BinaryOperator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Nithin .</cp:lastModifiedBy>
  <cp:revision>5</cp:revision>
  <dcterms:created xsi:type="dcterms:W3CDTF">2013-01-27T09:14:16Z</dcterms:created>
  <dcterms:modified xsi:type="dcterms:W3CDTF">2025-08-18T07:19:48Z</dcterms:modified>
  <cp:category/>
</cp:coreProperties>
</file>